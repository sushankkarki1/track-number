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207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18872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1FBFA8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" y="663854"/>
            <a:ext cx="592531" cy="5925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PROPOSAL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NUMBER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Vehicle Registration Lookup System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7863840" cy="18288"/>
          </a:xfrm>
          <a:prstGeom prst="rect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Humanities and Social Sciences — Department of Computer Application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Xavier International College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35661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Sushank Karki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No: 54602170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Karki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No: 54602164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4th Semester  •  Submitted to the Department of Computer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 is a web-based vehicle registration lookup system that makes vehicle identification faster and easier. Users search by entering a registration number, and the system instantly returns the matching vehicle record.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Python, FastAPI, HTML, CSS, and PostgreSQL, the system runs in any modern browser — accessible from both mobile phones and desktop computers.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DDEE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3930091"/>
            <a:ext cx="460858" cy="4608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37947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Lookup — Plate 123Abc</a:t>
            </a:r>
            <a:endParaRPr lang="en-US" sz="1150" dirty="0"/>
          </a:p>
          <a:p>
            <a:pPr marL="0" indent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Hayabusa X3 · 2026 Model · Owner: Sushank Karki · Registered 2021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43600" y="1371600"/>
            <a:ext cx="2651760" cy="3337560"/>
          </a:xfrm>
          <a:prstGeom prst="roundRect">
            <a:avLst>
              <a:gd name="adj" fmla="val 4138"/>
            </a:avLst>
          </a:prstGeom>
          <a:solidFill>
            <a:srgbClr val="0B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217920" y="1572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011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2075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12280" y="19842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724912"/>
            <a:ext cx="457200" cy="45720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78892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2697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4381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50215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41071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17920" y="4151376"/>
            <a:ext cx="457200" cy="45720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4215384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12280" y="412394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Search-first UX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lookup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information today is scattered across paper files, spreadsheets, and disconnected systems. Finding basic details for a single vehicle by its registration number is slow, manual, and error-prone — creating friction in record management and identification.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4206240" cy="1417320"/>
          </a:xfrm>
          <a:prstGeom prst="roundRect">
            <a:avLst>
              <a:gd name="adj" fmla="val 6452"/>
            </a:avLst>
          </a:prstGeom>
          <a:solidFill>
            <a:srgbClr val="FCEEF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346009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3401568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 solves this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giving users a single web-based platform to search and instantly view vehicle records — reducing manual work and improving accuracy.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78308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285232" y="2002536"/>
            <a:ext cx="219456" cy="219456"/>
          </a:xfrm>
          <a:prstGeom prst="ellipse">
            <a:avLst/>
          </a:prstGeom>
          <a:solidFill>
            <a:srgbClr val="E8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0" y="1837944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stored manually or in scattered spreadsheets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120640" y="2578608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285232" y="2798064"/>
            <a:ext cx="219456" cy="219456"/>
          </a:xfrm>
          <a:prstGeom prst="ellipse">
            <a:avLst/>
          </a:prstGeom>
          <a:solidFill>
            <a:srgbClr val="E8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69280" y="263347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manual checking process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120640" y="3374136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285232" y="3593592"/>
            <a:ext cx="219456" cy="219456"/>
          </a:xfrm>
          <a:prstGeom prst="ellipse">
            <a:avLst/>
          </a:prstGeom>
          <a:solidFill>
            <a:srgbClr val="E8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34290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way to search by registration number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120640" y="4169664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285232" y="4389120"/>
            <a:ext cx="219456" cy="219456"/>
          </a:xfrm>
          <a:prstGeom prst="ellipse">
            <a:avLst/>
          </a:prstGeom>
          <a:solidFill>
            <a:srgbClr val="E867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69280" y="422452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keep data updated and accurate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29" y="167060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user-friendly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24963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intuitive vehicle lookup website.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46704" y="14173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29584" y="1600200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93" y="167060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9584" y="21945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plate number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9584" y="24963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query records by registration number.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44768" y="1417320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27648" y="16002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057" y="167060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19456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vehicle details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27648" y="2496312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name, model, owner, and registered year.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218688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31520" y="3401568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929" y="3471977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3995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storage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1520" y="429768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vehicle data reliably.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46704" y="3218688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529584" y="340156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9993" y="3471977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29584" y="3995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529584" y="429768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well-structured backend API.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4768" y="3218688"/>
            <a:ext cx="26243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327648" y="3401568"/>
            <a:ext cx="502920" cy="502920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057" y="3471977"/>
            <a:ext cx="362102" cy="3621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27648" y="399592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327648" y="429768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smoothly on both mobile and PC browsers.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Identification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needs a frontend for entering a registration number and viewing results, a backend API for processing search requests, and a PostgreSQL database for storing records.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88136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4871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9443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093976" y="2807208"/>
            <a:ext cx="91440" cy="0"/>
          </a:xfrm>
          <a:prstGeom prst="line">
            <a:avLst/>
          </a:prstGeom>
          <a:noFill/>
          <a:ln w="19050">
            <a:solidFill>
              <a:srgbClr val="5B72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194560" y="2286000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734056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24871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29443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number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3739896" y="2807208"/>
            <a:ext cx="91440" cy="0"/>
          </a:xfrm>
          <a:prstGeom prst="line">
            <a:avLst/>
          </a:prstGeom>
          <a:noFill/>
          <a:ln w="19050">
            <a:solidFill>
              <a:srgbClr val="5B72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840480" y="2286000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379976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4871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86200" y="29443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385816" y="2807208"/>
            <a:ext cx="91440" cy="0"/>
          </a:xfrm>
          <a:prstGeom prst="line">
            <a:avLst/>
          </a:prstGeom>
          <a:noFill/>
          <a:ln w="19050">
            <a:solidFill>
              <a:srgbClr val="5B72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5486400" y="2286000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025896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248716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29443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database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7031736" y="2807208"/>
            <a:ext cx="91440" cy="0"/>
          </a:xfrm>
          <a:prstGeom prst="line">
            <a:avLst/>
          </a:prstGeom>
          <a:noFill/>
          <a:ln w="19050">
            <a:solidFill>
              <a:srgbClr val="5B728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132320" y="2286000"/>
            <a:ext cx="15361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671816" y="2423160"/>
            <a:ext cx="457200" cy="45720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4" y="2487168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78040" y="29443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result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548640" y="36576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FC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777240" y="37764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files, Excel sheets, or asking an authorized person — slow and error-prone.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663440" y="365760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4892040" y="3776472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 approach</a:t>
            </a:r>
            <a:endParaRPr lang="en-US" sz="11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web-based search bar with instant, database-backed results.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0B3D5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17684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&amp; Platform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3337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— no special hardware required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mobile, tablet, laptop, or desktop with a modern browser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required once hosted online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possible on any standard computer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37760" y="1691640"/>
            <a:ext cx="548640" cy="54864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570" y="17684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3957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89320" y="2395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Linux, macOS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937760" y="277063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98932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937760" y="314553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989320" y="31455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FastAPI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937760" y="35204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989320" y="3520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937760" y="389534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989320" y="389534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4937760" y="427024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989320" y="4270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 Safari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required technologies are available, beginner-friendly, and cost-effective — making the project practical for academic development using open-source tools.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40764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75" y="23756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474720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search-bar interface for users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add, update, delete records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searching effort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3346704" y="196596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38828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439" y="237561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30632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02736" y="3474720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fit web API needs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safely stores structured data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tested locally, hosted later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6144768" y="1965960"/>
            <a:ext cx="2624328" cy="288036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136892" y="2286000"/>
            <a:ext cx="640080" cy="64008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503" y="237561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4768" y="30632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0800" y="3474720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tools are free &amp; open-source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costs for the stack</a:t>
            </a:r>
            <a:endParaRPr lang="en-US" sz="103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 hardware required</a:t>
            </a:r>
            <a:endParaRPr lang="en-US" sz="1030" dirty="0"/>
          </a:p>
        </p:txBody>
      </p:sp>
      <p:sp>
        <p:nvSpPr>
          <p:cNvPr id="20" name="Text 15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43400" y="1051560"/>
            <a:ext cx="45720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final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052" y="1188720"/>
            <a:ext cx="2446696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validates the entered registration number, searches PostgreSQL, and returns either the matching vehicle record or a clear “not found” message.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2743200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9BD8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27157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127248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BFD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05840" y="3099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step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" y="3511296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F7E1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5840" y="34838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" y="3895344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F6C9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3867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No-record path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final-d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53" y="1531620"/>
            <a:ext cx="5081695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proj/final-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716" y="1440180"/>
            <a:ext cx="6068568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07008" y="1554480"/>
            <a:ext cx="0" cy="2834640"/>
          </a:xfrm>
          <a:prstGeom prst="line">
            <a:avLst/>
          </a:prstGeom>
          <a:noFill/>
          <a:ln w="25400">
            <a:solidFill>
              <a:srgbClr val="C9D8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69848" y="143560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9848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362456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1362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about the project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44475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14447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 (2083)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69848" y="2002536"/>
            <a:ext cx="274320" cy="27432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9848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08760" y="1929384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91640" y="1929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of the project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20116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Asar (2083)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69848" y="256946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9848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508760" y="2496312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91640" y="24963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API development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080760" y="257860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257860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Shrawan (2083)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69848" y="3136392"/>
            <a:ext cx="274320" cy="27432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69848" y="3136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8760" y="3063240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91640" y="3063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coding of website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0760" y="31455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80760" y="314553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Bhadra (2083)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69848" y="370332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9848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08760" y="3630168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691640" y="3630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of project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80760" y="371246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80760" y="37124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Bhadra (2083)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69848" y="4270248"/>
            <a:ext cx="274320" cy="274320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9848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508760" y="4197096"/>
            <a:ext cx="63093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91640" y="41970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80760" y="427939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4F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80760" y="42793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Bhadra (2083)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 is expected to deliver a simple, effective way to search vehicle information by registration number — accessible from mobile or PC, with organized, accurate records stored in PostgreSQL.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52728" y="25328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417" y="2604577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315468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lookup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76656" y="34472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 instead of manual searching.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624328" y="23317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328416" y="2532888"/>
            <a:ext cx="512064" cy="512064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0105" y="2604577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4056" y="315468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records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752344" y="34472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reliable storage in PostgreSQL.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4700016" y="23317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404104" y="25328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793" y="2604577"/>
            <a:ext cx="368686" cy="36868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09744" y="315468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828032" y="34472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than manual record checks.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6775704" y="233172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479792" y="2532888"/>
            <a:ext cx="512064" cy="512064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1481" y="2604577"/>
            <a:ext cx="368686" cy="36868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85432" y="315468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value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903720" y="3447288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with frontend, API &amp; DB integration.</a:t>
            </a:r>
            <a:endParaRPr lang="en-US" sz="930" dirty="0"/>
          </a:p>
        </p:txBody>
      </p:sp>
      <p:sp>
        <p:nvSpPr>
          <p:cNvPr id="25" name="Text 19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" y="5029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3" y="60533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B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6072" y="16459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94360" y="2578608"/>
            <a:ext cx="128016" cy="128016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4414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 —  </a:t>
            </a:r>
            <a:r>
              <a:rPr lang="en-US" sz="110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Tutorials — w3schools.com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" y="2944368"/>
            <a:ext cx="128016" cy="128016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807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—  </a:t>
            </a:r>
            <a:r>
              <a:rPr lang="en-US" sz="110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 — fastapi.tiangolo.com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4360" y="3310128"/>
            <a:ext cx="128016" cy="128016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1729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—  </a:t>
            </a:r>
            <a:r>
              <a:rPr lang="en-US" sz="110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 — postgresql.org/docs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4360" y="3675888"/>
            <a:ext cx="128016" cy="128016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5387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—  </a:t>
            </a:r>
            <a:r>
              <a:rPr lang="en-US" sz="110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Documentation — docs.python.org/3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4360" y="4041648"/>
            <a:ext cx="128016" cy="128016"/>
          </a:xfrm>
          <a:prstGeom prst="ellipse">
            <a:avLst/>
          </a:prstGeom>
          <a:solidFill>
            <a:srgbClr val="1FB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8680" y="390448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 —  </a:t>
            </a:r>
            <a:r>
              <a:rPr lang="en-US" sz="1100" dirty="0">
                <a:solidFill>
                  <a:srgbClr val="B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Docs — developer.mozilla.org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234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NUMBER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21040" y="4823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842</Words>
  <Application>Microsoft Office PowerPoint</Application>
  <PresentationFormat>On-screen Show (16:9)</PresentationFormat>
  <Paragraphs>185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Number - Project Proposal</dc:title>
  <dc:subject>PptxGenJS Presentation</dc:subject>
  <dc:creator>Sushank Karki &amp; Kushal Karki</dc:creator>
  <cp:lastModifiedBy>Sushank</cp:lastModifiedBy>
  <cp:revision>2</cp:revision>
  <dcterms:created xsi:type="dcterms:W3CDTF">2026-07-01T17:22:41Z</dcterms:created>
  <dcterms:modified xsi:type="dcterms:W3CDTF">2026-07-01T17:38:04Z</dcterms:modified>
</cp:coreProperties>
</file>